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DB8B37-C7BA-F6E6-FED0-7494D8EB7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1CEEC8-7DBB-F80B-B411-8CBD6A525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212017-E9A3-3561-A41B-E03506FAF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6E1E8-AA74-10DC-B1AF-9529FA43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1E2648-F867-4164-51F5-8E867F1DD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968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4E542-7295-17D4-C0B3-0D0DE04EC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D40F9C-25FA-B38B-6A3B-AF5E357CF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663A11-7B35-25FF-DF7D-A263EA238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BA6398-4685-53BB-FFCF-BAAA1026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3F418A-46C4-F20C-593A-F14D50C1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126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312BD-430C-19E5-019A-D392CD68B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1C8BB6-CED9-F2DC-8341-4532A2985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C079CD-9092-C918-78EE-53F3DC82D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49A6D6-46E3-3EF9-63EB-1012113B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69DC7-A034-8B3F-3E50-721DD795D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79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51881-FF50-6341-29FF-7239F70A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0BB8F7-EACC-81FB-28FC-6B438C1CF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B01B83-59B1-02ED-5CF9-0E7B687EE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8D9D35-5E30-5EDF-A0F9-D6DD838B6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587DBA-81C0-8826-FCEF-B18F3B582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E370F1-B137-BDC1-8B3B-5EDF7DA8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185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B1807-6DF6-8B71-761F-C193F2FF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313212-D34C-E1ED-B02C-23EBC4595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AD8A89-3E7B-5CDF-EF1B-4C05920CB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6B3AFF-DF39-1CC5-767E-2392779F3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8FCE0B-E58C-4F93-B127-AC8E5AF4F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AC22FA-2C51-3C70-40D7-C2334D38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A22ACD-CDB0-6458-9354-535ABC648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B23170D-CA3C-CCB2-C283-E2B8BC07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170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DE66E-9018-47E7-55E5-81EFD67FE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22BC53-64B8-1E23-2AC8-00BB3EB94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F70CC1-3442-4A69-EBFA-5C3E754AA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90603D-92FF-D62E-2DFB-DBFA6B33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85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64BAAC-30D5-843B-653E-350581B9D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C81BDE-ACFA-55FE-BB8B-C81A11B1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7E2E23-6BCE-59E0-3CAD-B3FD0B27E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8F8AB-CC4E-9622-D5CA-7F293306D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F7CB4F-C3CC-AE3C-CA52-EAC7016F2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DAF31F-61A1-D548-3243-8754935A8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C8A08C-C840-F992-0540-2DCA40E04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7C4C91-7691-6CBF-31C8-9E8CB4DB1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834A5E-AD44-5AD0-17F9-4E01477D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656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9C800-6DB5-1CAF-8945-8D2E1CB1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9B7F23-9B7D-90A0-1528-C77E50884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A88A4F-2149-2E96-6ACF-94975F933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889A33-F9FF-0F1C-3EFA-E98E98E8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661431-1225-DF7B-4B5E-EAECD08CB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7D5D9D-1CF1-3813-E0EB-0223E104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242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6421F-CD26-DD57-F151-3ED633130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6E5311-E741-824C-9E72-87660007A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A33C12-E70A-07EF-FE9C-03EF3E86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6AE64D-9146-FE9B-61A9-A4CC284D1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EE3A2F-360E-F451-D336-92A98A67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887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2B2F01-D742-E351-B415-BE5EC49BB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A54491-97A4-DFF8-4759-C3ED3F82C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79DF6-98B3-EB97-5B2D-278F303D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18E080-EBB3-5D83-80B4-96DADFF7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8E01DE-3A0E-902B-B875-EA9967FE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216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D5FF91-283F-9743-80A6-A52CAF438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75D754-CE44-442B-7333-E3E9DE45A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3D6AB-1635-044C-9BCB-36E8D7C36E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DCE83-3645-4D20-98CC-6EC27D23419D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A9C2CF-4873-407B-9090-8EB0BD5CA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3F13ED-5797-4E5A-6987-DBEB913CA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B6782-64C9-41A6-A776-79CD001DD4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17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BD6B0-C7BA-8E15-9FA5-673F1954A3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低精度</a:t>
            </a:r>
            <a:r>
              <a:rPr lang="en-US" altLang="zh-CN" dirty="0" err="1"/>
              <a:t>fft</a:t>
            </a:r>
            <a:r>
              <a:rPr lang="zh-CN" altLang="en-US" dirty="0"/>
              <a:t>小组组会一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899171-5A46-3A41-A615-993E2B134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7038"/>
            <a:ext cx="9144000" cy="1655762"/>
          </a:xfrm>
        </p:spPr>
        <p:txBody>
          <a:bodyPr/>
          <a:lstStyle/>
          <a:p>
            <a:r>
              <a:rPr lang="en-US" altLang="zh-CN" dirty="0"/>
              <a:t>——3.28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526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9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低精度fft小组组会一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志麟 韩</dc:creator>
  <cp:lastModifiedBy>志麟 韩</cp:lastModifiedBy>
  <cp:revision>2</cp:revision>
  <dcterms:created xsi:type="dcterms:W3CDTF">2026-03-28T07:19:27Z</dcterms:created>
  <dcterms:modified xsi:type="dcterms:W3CDTF">2026-03-28T12:35:11Z</dcterms:modified>
</cp:coreProperties>
</file>